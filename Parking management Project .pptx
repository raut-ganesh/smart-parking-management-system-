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7" r:id="rId9"/>
    <p:sldId id="269" r:id="rId10"/>
    <p:sldId id="268" r:id="rId11"/>
    <p:sldId id="266" r:id="rId12"/>
    <p:sldId id="25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44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2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638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4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522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44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42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50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05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623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790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633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2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5251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367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19699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1313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54B7461-E11A-488F-BCC2-6CE9E71FBAA8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E259EF-3B27-4679-9437-3D780BFB2A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28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0E6D-ADE3-1F67-17D5-661D84E9C3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D7538-339A-9AA0-E904-2C99F82C16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1D829-507F-ADE6-5822-7C0C293C6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655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E0A8-7325-6514-4D89-C4E04509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Presented by:2</a:t>
            </a:r>
            <a:r>
              <a:rPr lang="en-US" baseline="30000" dirty="0"/>
              <a:t>nd</a:t>
            </a:r>
            <a:r>
              <a:rPr lang="en-US" dirty="0"/>
              <a:t> year Engineering students </a:t>
            </a:r>
            <a:br>
              <a:rPr lang="en-US" dirty="0"/>
            </a:br>
            <a:r>
              <a:rPr lang="en-US" dirty="0"/>
              <a:t>(AI-ML) Div : 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1E1AA-A0D0-D44B-16A0-A19DC7BAC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99166"/>
            <a:ext cx="10515600" cy="4351338"/>
          </a:xfrm>
        </p:spPr>
        <p:txBody>
          <a:bodyPr/>
          <a:lstStyle/>
          <a:p>
            <a:r>
              <a:rPr lang="en-US" dirty="0"/>
              <a:t>TEAM MEMBERS PRN NO </a:t>
            </a:r>
          </a:p>
          <a:p>
            <a:r>
              <a:rPr lang="en-US" dirty="0"/>
              <a:t>1. 25UME044-Ganesh Ujesh Raut</a:t>
            </a:r>
          </a:p>
          <a:p>
            <a:r>
              <a:rPr lang="en-US" dirty="0"/>
              <a:t>2. 25UAM065-Abhishek Ajit Shirguppe</a:t>
            </a:r>
          </a:p>
          <a:p>
            <a:r>
              <a:rPr lang="en-US" dirty="0"/>
              <a:t>3. 25UAM069-Sanket Subhash Patil</a:t>
            </a:r>
          </a:p>
          <a:p>
            <a:r>
              <a:rPr lang="en-US" dirty="0"/>
              <a:t>4. 25UAM043-Atharv Chandrashekhar Kagale</a:t>
            </a:r>
          </a:p>
          <a:p>
            <a:r>
              <a:rPr lang="en-US" dirty="0"/>
              <a:t>5. 25UAM017-Saad Aslam Maner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016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BCDA2-6204-8B28-882D-032EA754E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68F78-43D1-235A-92A2-8068BCD48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4440" y="2398426"/>
            <a:ext cx="5327284" cy="41972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 </a:t>
            </a:r>
            <a:r>
              <a:rPr lang="en-US" sz="2800" b="1" dirty="0"/>
              <a:t>Smart Parking Management System</a:t>
            </a:r>
            <a:r>
              <a:rPr lang="en-US" sz="2800" dirty="0"/>
              <a:t> is a system that helps drivers find empty parking spaces quickly. It uses </a:t>
            </a:r>
            <a:r>
              <a:rPr lang="en-US" sz="2800" b="1" dirty="0"/>
              <a:t>sensors and IoT technology</a:t>
            </a:r>
            <a:r>
              <a:rPr lang="en-US" sz="2800" dirty="0"/>
              <a:t> to detect vacant parking slots and show the information on a display or mobile app. This saves time, fuel, and reduces traffic congestion.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67BF68-CC3F-0B10-3114-B342FA6BA5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1724" y="2518348"/>
            <a:ext cx="515583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648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23DB7-9498-D129-4D31-3FC96A12A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191442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6C52F-2420-4648-FEC8-8A27C66D1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469" y="2443397"/>
            <a:ext cx="5207283" cy="3822492"/>
          </a:xfrm>
        </p:spPr>
        <p:txBody>
          <a:bodyPr>
            <a:normAutofit/>
          </a:bodyPr>
          <a:lstStyle/>
          <a:p>
            <a:r>
              <a:rPr lang="en-US" sz="2800" dirty="0"/>
              <a:t>Drivers spend a long time searching for empty parking spaces.</a:t>
            </a:r>
          </a:p>
          <a:p>
            <a:r>
              <a:rPr lang="en-US" sz="2800" dirty="0"/>
              <a:t>Traffic congestion increases around parking areas.</a:t>
            </a:r>
          </a:p>
          <a:p>
            <a:r>
              <a:rPr lang="en-US" sz="2800" dirty="0"/>
              <a:t>Fuel is wasted while looking for parking.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86B8885-D7A8-8C9D-4B36-CBEF03B6D6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6752" y="2563317"/>
            <a:ext cx="5207283" cy="356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63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4E0D-01E6-BCFD-36F6-5CA9C5238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B3014-5F24-47C3-5C87-3E373B290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2209" cy="3645608"/>
          </a:xfrm>
        </p:spPr>
        <p:txBody>
          <a:bodyPr>
            <a:normAutofit/>
          </a:bodyPr>
          <a:lstStyle/>
          <a:p>
            <a:r>
              <a:rPr lang="en-US" sz="2800" dirty="0"/>
              <a:t>Detect vacant and occupied parking spaces automatically.</a:t>
            </a:r>
          </a:p>
          <a:p>
            <a:r>
              <a:rPr lang="en-US" sz="2800" dirty="0"/>
              <a:t>Guide drivers to the nearest available parking slot.</a:t>
            </a:r>
          </a:p>
          <a:p>
            <a:r>
              <a:rPr lang="en-US" sz="2800" dirty="0"/>
              <a:t>Save fuel, time, and energy.</a:t>
            </a:r>
          </a:p>
          <a:p>
            <a:r>
              <a:rPr lang="en-US" sz="2800" dirty="0"/>
              <a:t>Support the development of smart cities.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C0105A-70D8-95D2-DDD6-4BC0DF154F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90741" y="2560638"/>
            <a:ext cx="3837482" cy="343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65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445D6-9CC6-D110-76EC-11FFD15F5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Components Used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562F6-5FC3-917A-29AA-86FBD35E4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0615" y="2528405"/>
            <a:ext cx="4718304" cy="3587581"/>
          </a:xfrm>
        </p:spPr>
        <p:txBody>
          <a:bodyPr>
            <a:normAutofit/>
          </a:bodyPr>
          <a:lstStyle/>
          <a:p>
            <a:r>
              <a:rPr lang="en-US" sz="2800" dirty="0"/>
              <a:t>Arduino Uno / ESP32</a:t>
            </a:r>
          </a:p>
          <a:p>
            <a:r>
              <a:rPr lang="en-US" sz="2800" dirty="0"/>
              <a:t>Ultrasonic Sensors</a:t>
            </a:r>
          </a:p>
          <a:p>
            <a:r>
              <a:rPr lang="en-US" sz="2800" dirty="0"/>
              <a:t>Servo Motor</a:t>
            </a:r>
          </a:p>
          <a:p>
            <a:r>
              <a:rPr lang="en-US" sz="2800" dirty="0"/>
              <a:t>LCD Display</a:t>
            </a:r>
          </a:p>
          <a:p>
            <a:r>
              <a:rPr lang="en-US" sz="2800" dirty="0"/>
              <a:t>Arduino IDE</a:t>
            </a:r>
          </a:p>
          <a:p>
            <a:r>
              <a:rPr lang="en-US" sz="2800" dirty="0"/>
              <a:t>Cloud Database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E693A2-D14E-B29E-F2C4-EA45A7B07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59" y="2538367"/>
            <a:ext cx="5014748" cy="336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676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210A1-83C3-DE73-9BC3-BD536C7D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Working Principle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6C06D-2CCC-7FBA-E466-E92032987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8448" y="2443397"/>
            <a:ext cx="9598150" cy="3837482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A vehicle enters the parking area.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Ultrasonic sensors detect whether each parking slot is occupied or vacant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controller processes the sensor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Information is sent to the cloud through Wi-Fi.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The available parking spaces are displayed on an LCD screen or mobile application.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Drivers are guided to the nearest vacant parking space.</a:t>
            </a:r>
            <a:endParaRPr lang="en-US" sz="28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41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535B-269F-2C10-6F43-1B70CC90F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6B12C-30F7-84AC-96A8-6A5C88F89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282" y="2560320"/>
            <a:ext cx="4922470" cy="3615628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Reduces traffic congestion.</a:t>
            </a:r>
          </a:p>
          <a:p>
            <a:r>
              <a:rPr lang="en-US" sz="2800" dirty="0"/>
              <a:t>Saves fuel and travel time.</a:t>
            </a:r>
          </a:p>
          <a:p>
            <a:r>
              <a:rPr lang="en-US" sz="2800" dirty="0"/>
              <a:t>Provides real-time parking updates.</a:t>
            </a:r>
          </a:p>
          <a:p>
            <a:r>
              <a:rPr lang="en-US" sz="2800" dirty="0"/>
              <a:t>Reduces air pollution.</a:t>
            </a:r>
          </a:p>
          <a:p>
            <a:r>
              <a:rPr lang="en-US" sz="2800" dirty="0"/>
              <a:t>Easy to operate and maintain.</a:t>
            </a:r>
          </a:p>
          <a:p>
            <a:r>
              <a:rPr lang="en-US" sz="2800" dirty="0"/>
              <a:t>Improves parking space utilization.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2DBCC9-5627-606B-2705-EC27371A0B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6752" y="2560320"/>
            <a:ext cx="5300822" cy="345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510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1EC44A-E054-28B1-2404-296A8813F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and Environmental Impact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C797EC-026D-3C85-E3CA-0EBFA0ACFD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Reduces unnecessary vehicle movement inside parking areas.</a:t>
            </a:r>
          </a:p>
          <a:p>
            <a:r>
              <a:rPr lang="en-US" sz="2800" dirty="0"/>
              <a:t>Helps decrease fuel consumption and air pollution.</a:t>
            </a:r>
          </a:p>
          <a:p>
            <a:r>
              <a:rPr lang="en-US" sz="2800" dirty="0"/>
              <a:t>Saves valuable time for drivers.</a:t>
            </a:r>
          </a:p>
          <a:p>
            <a:r>
              <a:rPr lang="en-US" sz="2800" dirty="0"/>
              <a:t>Improves traffic management in crowded areas.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22FB61B-35E5-228F-3C48-49C39AD52A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16752" y="2560320"/>
            <a:ext cx="5090959" cy="345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7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E81D5-40C3-CE33-0D89-885D4132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0C49E-4D59-36ED-03E3-768F5CBF72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AI-based parking prediction.</a:t>
            </a:r>
          </a:p>
          <a:p>
            <a:r>
              <a:rPr lang="en-US" sz="2800" dirty="0"/>
              <a:t>Automatic number plate recognition (ANPR).</a:t>
            </a:r>
          </a:p>
          <a:p>
            <a:r>
              <a:rPr lang="en-US" sz="2800" dirty="0"/>
              <a:t>Online parking reservation.</a:t>
            </a:r>
          </a:p>
          <a:p>
            <a:r>
              <a:rPr lang="en-US" sz="2800" dirty="0"/>
              <a:t>Digital payment integration.</a:t>
            </a:r>
          </a:p>
          <a:p>
            <a:r>
              <a:rPr lang="en-US" sz="2800" dirty="0"/>
              <a:t>EV charging station management.</a:t>
            </a:r>
            <a:endParaRPr lang="en-US" sz="2800" dirty="0">
              <a:latin typeface="Book Antiqua" panose="0204060205030503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778450-6357-0464-22FB-0B775D6054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90741" y="2560638"/>
            <a:ext cx="4047344" cy="345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456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B9F6B-CCF2-80DF-5787-10A5CEBB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US" b="1" u="sng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F22D437-4FE8-A0B1-56AB-D7569BE4CC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Smart Parking Management System makes parking easier and faster. It helps drivers find empty parking spaces, saves time and fuel, and reduces traffic. It is a useful solution for better parking management in smart cities.</a:t>
            </a:r>
          </a:p>
          <a:p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BF87BCA-C4A8-8B3F-1862-BD11BAF960A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1724" y="2560320"/>
            <a:ext cx="4985947" cy="331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694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B143-D4D5-79B6-F376-5009CA055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441BE-B5EE-2146-0DBF-E18870AD7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AF10F3-BCB2-AC84-44C3-3CA6AF448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66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56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219</TotalTime>
  <Words>363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Book Antiqua</vt:lpstr>
      <vt:lpstr>Garamond</vt:lpstr>
      <vt:lpstr>Organic</vt:lpstr>
      <vt:lpstr>PowerPoint Presentation</vt:lpstr>
      <vt:lpstr>Presented by:2nd year Engineering students  (AI-ML) Div : A</vt:lpstr>
      <vt:lpstr>INTRODUCTION</vt:lpstr>
      <vt:lpstr>Problem Statement</vt:lpstr>
      <vt:lpstr>Objectives</vt:lpstr>
      <vt:lpstr>Components Used</vt:lpstr>
      <vt:lpstr>Working Principle</vt:lpstr>
      <vt:lpstr>Advantages</vt:lpstr>
      <vt:lpstr>Social and Environmental Impact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Ganesh Raut</dc:creator>
  <cp:lastModifiedBy>Ganesh Raut</cp:lastModifiedBy>
  <cp:revision>4</cp:revision>
  <dcterms:created xsi:type="dcterms:W3CDTF">2026-04-11T06:05:21Z</dcterms:created>
  <dcterms:modified xsi:type="dcterms:W3CDTF">2026-07-28T16:29:08Z</dcterms:modified>
</cp:coreProperties>
</file>